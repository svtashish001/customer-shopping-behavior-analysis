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Revenue Share by Gender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Transactions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1737</c:v>
                </c:pt>
                <c:pt idx="1">
                  <c:v>1240</c:v>
                </c:pt>
                <c:pt idx="2">
                  <c:v>599</c:v>
                </c:pt>
                <c:pt idx="3">
                  <c:v>324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Customer Segments by Purchase History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9FB3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 (&gt;10)</c:v>
                </c:pt>
                <c:pt idx="1">
                  <c:v>Returning (2-10)</c:v>
                </c:pt>
                <c:pt idx="2">
                  <c:v>New (1)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Top 5 Products by Avg. Review Rating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Gloves</c:v>
                  </c:pt>
                  <c:pt idx="1">
                    <c:v>Sandals</c:v>
                  </c:pt>
                  <c:pt idx="2">
                    <c:v>Boots</c:v>
                  </c:pt>
                  <c:pt idx="3">
                    <c:v>Hat</c:v>
                  </c:pt>
                  <c:pt idx="4">
                    <c:v>Skirt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3.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Top 5 Products by Discount Rate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SHRI LAL BAHADUR SHASTRI DEGREE COLLEGE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93268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Applications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18304" y="1417320"/>
            <a:ext cx="2743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231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 Behaviour Analysis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• SQL Analysis • Business Insights &amp; Recommendations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Final Year Project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4434840"/>
            <a:ext cx="6858000" cy="1965960"/>
          </a:xfrm>
          <a:prstGeom prst="roundRect">
            <a:avLst>
              <a:gd name="adj" fmla="val 3721"/>
            </a:avLst>
          </a:prstGeom>
          <a:solidFill>
            <a:srgbClr val="1A2358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4434840"/>
            <a:ext cx="6858000" cy="1965960"/>
          </a:xfrm>
          <a:prstGeom prst="rect">
            <a:avLst/>
          </a:prstGeom>
          <a:solidFill>
            <a:srgbClr val="232C67"/>
          </a:solidFill>
          <a:ln w="12700">
            <a:solidFill>
              <a:srgbClr val="3B46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4617720"/>
            <a:ext cx="6309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Kumar Srivastava (23060100110009)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Singh (23060100110022)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Er. Abhay Dwivedi (HOD &amp; Mentor)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July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60020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16002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60020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6446520" y="17373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89520" y="16002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Technologies &amp; Dataset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01752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777240" y="31546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54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20240" y="30175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301752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6446520" y="31546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154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89520" y="30175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Analysis &amp; Key Metrics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443484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777240" y="4572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572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920240" y="44348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Insights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6520" y="443484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6446520" y="4572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572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589520" y="44348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 &amp; Conclusion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949440" cy="4572000"/>
          </a:xfrm>
          <a:prstGeom prst="roundRect">
            <a:avLst>
              <a:gd name="adj" fmla="val 16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828800"/>
            <a:ext cx="621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the company leverage consumer shopping data to identify trends, improve customer engagement, and optimize marketing and product strategies?”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6217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retail company wants to understand customer shopping behaviour to improve sales, satisfaction, and long-term loyalty.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has noticed shifting purchase patterns across demographics, product categories, and channels.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interest: which factors — discounts, reviews, seasons, payment preferences — drive decisions and repeat purchases.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0" y="1554480"/>
            <a:ext cx="3840480" cy="457200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228600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modelling (Python)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SQL analysis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insights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presentation of findings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 raw transaction data for analysis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25603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revenue by gender, age group &amp; category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58200" y="19202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58200" y="25603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impact of discounts &amp; subscriptions on spend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47548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best-performing products by rating &amp; volume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912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41148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17720" y="47548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customers: New, Returning &amp; Loyal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58200" y="41148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58200" y="47548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business recommendations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Technologies &amp;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— data cleaning &amp; feature engineering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structured storage &amp; analysis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aggregation &amp; business queries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— interactive analysis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/ psycopg2 — database connectivity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0" y="2331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92240" y="3017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98280" y="2331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098280" y="3017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/ Columns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4069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9224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98280" y="4069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9828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Locations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Cleaning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in Python using Pandas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8366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83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Treatment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34840" y="1691640"/>
            <a:ext cx="6949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missing Review Rating values imputed using category-wise median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82549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33472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Standardization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4840" y="2633472"/>
            <a:ext cx="6949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 to snake_case for SQL compatibility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76732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575304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34840" y="3575304"/>
            <a:ext cx="6949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(quartile-based) and purchase_frequency_days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1713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7091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517136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Column Removal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34840" y="4517136"/>
            <a:ext cx="6949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promo_code_used (identical to discount_applied)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45896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65099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650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458968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Loading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34840" y="5458968"/>
            <a:ext cx="6949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cleaned data into PostgreSQL via SQLAlchemy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Category Overview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600200"/>
          <a:ext cx="52120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126480" y="1600200"/>
          <a:ext cx="55778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&amp; Subscriptions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600200"/>
          <a:ext cx="52120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60020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Insight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0" y="23317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Subscribers: </a:t>
            </a:r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 (27%) — avg. spend $59.49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Non-subscribers: </a:t>
            </a:r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 (73%) — avg. spend $59.87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(&gt;5 purchases) who are NOT subscribed: 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2,518 out of 3,476 (72%)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4800600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FFF4E5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48920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Subscription spend is nearly identical to non-subscriber spend — subscription programs remain an untapped growth lever among loyal buyers.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Products: Ratings vs Discount Reliance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60020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60020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Contribution by Age Group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1097280" y="1691640"/>
          <a:ext cx="9966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1097280" y="5989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evenly spread across age groups — no single demographic dominates the customer base.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232C6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5087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drive 68% of total revenue ($1,57,890 of $2,33,081)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232C67"/>
          </a:solidFill>
          <a:ln/>
        </p:spPr>
      </p:sp>
      <p:sp>
        <p:nvSpPr>
          <p:cNvPr id="8" name="Shape 6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86600" y="15087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customers are “Loyal” with more than 10 previous purchases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232C67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1089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has minimal effect on spend — yet 72% of repeat buyers are unsubscribed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232C6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34290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86600" y="31089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transactions use discounts; 839 still exceed the average spend of $59.76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232C6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7091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leads with 1,737 transactions (44.5% of all sales)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45720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232C67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520" y="50292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86600" y="47091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evenly spread across all four age groups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 Enrolment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loyal, unsubscribed repeat buyers with personalised offers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4688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 for Women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9260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female share of wallet through tailored campaigns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645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24688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Discounts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29260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lower discount depth on Hat, Sneakers &amp; Coat to protect margins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663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Express Shipping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5120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express delivery with mid-to-high value orders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3840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17720" y="4663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Top-Rated Products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17720" y="5120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Gloves, Sandals &amp; Boots prominently; cross-sell with them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3840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58200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58200" y="4663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New Customers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58200" y="5120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welcome incentives to convert first-time buyers faster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1600200"/>
            <a:ext cx="8869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of 3,900 customer records reveals a highly loyal customer base, an under-leveraged subscription programme, and clear opportunities in discount strategy and targeted marketing — providing a practical, data-driven roadmap to strengthen engagement and grow revenue.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18304" y="3291840"/>
            <a:ext cx="2743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Kumar Srivastava (23060100110009)   •   Shivam Singh (23060100110022)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Final Year, Shri Lal Bahadur Shastri Degree College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Er. Abhay Dwivedi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Ashish Kumar Srivastava, Shivam Singh</dc:creator>
  <cp:lastModifiedBy>Ashish Kumar Srivastava, Shivam Singh</cp:lastModifiedBy>
  <cp:revision>1</cp:revision>
  <dcterms:created xsi:type="dcterms:W3CDTF">2026-07-05T15:48:50Z</dcterms:created>
  <dcterms:modified xsi:type="dcterms:W3CDTF">2026-07-05T15:48:50Z</dcterms:modified>
</cp:coreProperties>
</file>